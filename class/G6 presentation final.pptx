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6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5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8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5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5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8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2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13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5554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03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61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00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56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52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271" y="225084"/>
            <a:ext cx="8706754" cy="3066756"/>
          </a:xfrm>
        </p:spPr>
        <p:txBody>
          <a:bodyPr/>
          <a:lstStyle/>
          <a:p>
            <a:r>
              <a:rPr lang="en-US" sz="6000" b="1" dirty="0">
                <a:cs typeface="Times New Roman" panose="02020603050405020304" pitchFamily="18" charset="0"/>
              </a:rPr>
              <a:t>Management Science 						Theory</a:t>
            </a:r>
            <a:br>
              <a:rPr lang="en-US" b="1" dirty="0">
                <a:cs typeface="Times New Roman" panose="02020603050405020304" pitchFamily="18" charset="0"/>
              </a:rPr>
            </a:br>
            <a:r>
              <a:rPr lang="en-US" b="1" dirty="0">
                <a:cs typeface="Times New Roman" panose="02020603050405020304" pitchFamily="18" charset="0"/>
              </a:rPr>
              <a:t>				</a:t>
            </a:r>
            <a:r>
              <a:rPr lang="en-US" sz="3000" b="1" dirty="0">
                <a:cs typeface="Times New Roman" panose="02020603050405020304" pitchFamily="18" charset="0"/>
              </a:rPr>
              <a:t>Principles of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4517" y="3010486"/>
            <a:ext cx="4187483" cy="3847513"/>
          </a:xfrm>
        </p:spPr>
        <p:txBody>
          <a:bodyPr>
            <a:noAutofit/>
          </a:bodyPr>
          <a:lstStyle/>
          <a:p>
            <a:pPr algn="l"/>
            <a:r>
              <a:rPr lang="en-US" sz="3000" b="1" dirty="0"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3000" dirty="0">
                <a:cs typeface="Times New Roman" panose="02020603050405020304" pitchFamily="18" charset="0"/>
              </a:rPr>
              <a:t>Avishek Karki</a:t>
            </a:r>
          </a:p>
          <a:p>
            <a:pPr algn="l"/>
            <a:r>
              <a:rPr lang="en-US" sz="3000" dirty="0" err="1">
                <a:cs typeface="Times New Roman" panose="02020603050405020304" pitchFamily="18" charset="0"/>
              </a:rPr>
              <a:t>Darshan</a:t>
            </a:r>
            <a:r>
              <a:rPr lang="en-US" sz="3000" dirty="0"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cs typeface="Times New Roman" panose="02020603050405020304" pitchFamily="18" charset="0"/>
              </a:rPr>
              <a:t>Sakya</a:t>
            </a:r>
            <a:endParaRPr lang="en-US" sz="3000" dirty="0">
              <a:cs typeface="Times New Roman" panose="02020603050405020304" pitchFamily="18" charset="0"/>
            </a:endParaRPr>
          </a:p>
          <a:p>
            <a:pPr algn="l"/>
            <a:r>
              <a:rPr lang="en-US" sz="3000" dirty="0" err="1">
                <a:cs typeface="Times New Roman" panose="02020603050405020304" pitchFamily="18" charset="0"/>
              </a:rPr>
              <a:t>Krispa</a:t>
            </a:r>
            <a:r>
              <a:rPr lang="en-US" sz="3000" dirty="0">
                <a:cs typeface="Times New Roman" panose="02020603050405020304" pitchFamily="18" charset="0"/>
              </a:rPr>
              <a:t> Chaudhary</a:t>
            </a:r>
          </a:p>
          <a:p>
            <a:pPr algn="l"/>
            <a:r>
              <a:rPr lang="en-US" sz="3000" dirty="0" err="1">
                <a:cs typeface="Times New Roman" panose="02020603050405020304" pitchFamily="18" charset="0"/>
              </a:rPr>
              <a:t>Ritima</a:t>
            </a:r>
            <a:r>
              <a:rPr lang="en-US" sz="3000" dirty="0"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cs typeface="Times New Roman" panose="02020603050405020304" pitchFamily="18" charset="0"/>
              </a:rPr>
              <a:t>Dahal</a:t>
            </a:r>
            <a:endParaRPr lang="en-US" sz="3000" dirty="0">
              <a:cs typeface="Times New Roman" panose="02020603050405020304" pitchFamily="18" charset="0"/>
            </a:endParaRPr>
          </a:p>
          <a:p>
            <a:pPr algn="l"/>
            <a:r>
              <a:rPr lang="en-US" sz="3000" dirty="0">
                <a:cs typeface="Times New Roman" panose="02020603050405020304" pitchFamily="18" charset="0"/>
              </a:rPr>
              <a:t>Siddhartha Paudel</a:t>
            </a:r>
          </a:p>
          <a:p>
            <a:pPr algn="l"/>
            <a:endParaRPr lang="en-US" sz="30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0D77D-C0C2-3713-B92C-26B11C05C970}"/>
              </a:ext>
            </a:extLst>
          </p:cNvPr>
          <p:cNvSpPr txBox="1"/>
          <p:nvPr/>
        </p:nvSpPr>
        <p:spPr>
          <a:xfrm>
            <a:off x="139959" y="6074229"/>
            <a:ext cx="3685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6</a:t>
            </a:r>
            <a:r>
              <a:rPr lang="en-US" sz="3000" baseline="30000" dirty="0"/>
              <a:t>th</a:t>
            </a:r>
            <a:r>
              <a:rPr lang="en-US" sz="3000" dirty="0"/>
              <a:t> November 2025</a:t>
            </a:r>
            <a:endParaRPr lang="en-AU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Management Science Theory?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109189"/>
            <a:ext cx="8946541" cy="4195481"/>
          </a:xfrm>
        </p:spPr>
        <p:txBody>
          <a:bodyPr>
            <a:normAutofit/>
          </a:bodyPr>
          <a:lstStyle/>
          <a:p>
            <a:r>
              <a:rPr lang="en-US" sz="3000" dirty="0"/>
              <a:t>It is also called Quantitative Approach</a:t>
            </a:r>
          </a:p>
          <a:p>
            <a:r>
              <a:rPr lang="en-US" sz="3000" dirty="0"/>
              <a:t>Applies scientific method to solve management problems</a:t>
            </a:r>
          </a:p>
          <a:p>
            <a:r>
              <a:rPr lang="en-US" sz="3000" dirty="0"/>
              <a:t> Focuses on data, analysis and models</a:t>
            </a:r>
          </a:p>
          <a:p>
            <a:r>
              <a:rPr lang="en-US" sz="3000" dirty="0"/>
              <a:t>The goal is better decisions through logic more than intuition</a:t>
            </a:r>
          </a:p>
          <a:p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8169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Origin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Born during World War II as </a:t>
            </a:r>
            <a:r>
              <a:rPr lang="en-US" sz="3000" dirty="0" err="1"/>
              <a:t>Operaions</a:t>
            </a:r>
            <a:r>
              <a:rPr lang="en-US" sz="3000" dirty="0"/>
              <a:t> Research</a:t>
            </a:r>
          </a:p>
          <a:p>
            <a:r>
              <a:rPr lang="en-US" sz="3000" dirty="0"/>
              <a:t>Used for military planning and logistics</a:t>
            </a:r>
          </a:p>
          <a:p>
            <a:r>
              <a:rPr lang="en-US" sz="3000" dirty="0"/>
              <a:t>Later applied in  business and industries</a:t>
            </a:r>
          </a:p>
          <a:p>
            <a:r>
              <a:rPr lang="en-US" sz="3000" dirty="0"/>
              <a:t>Some key figures: Herbert Simon, George Dantzig</a:t>
            </a:r>
          </a:p>
        </p:txBody>
      </p:sp>
    </p:spTree>
    <p:extLst>
      <p:ext uri="{BB962C8B-B14F-4D97-AF65-F5344CB8AC3E}">
        <p14:creationId xmlns:p14="http://schemas.microsoft.com/office/powerpoint/2010/main" val="207912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Scientific and logical approach</a:t>
            </a:r>
          </a:p>
          <a:p>
            <a:r>
              <a:rPr lang="en-US" sz="3000" dirty="0"/>
              <a:t>Mathematical models and data use</a:t>
            </a:r>
          </a:p>
          <a:p>
            <a:r>
              <a:rPr lang="en-US" sz="3000" dirty="0"/>
              <a:t>Quantitative decision making</a:t>
            </a:r>
          </a:p>
          <a:p>
            <a:r>
              <a:rPr lang="en-US" sz="3000" dirty="0"/>
              <a:t>Seeking of optimal solutions</a:t>
            </a:r>
          </a:p>
          <a:p>
            <a:r>
              <a:rPr lang="en-US" sz="3000" dirty="0"/>
              <a:t>Computer based analysis</a:t>
            </a:r>
          </a:p>
        </p:txBody>
      </p:sp>
    </p:spTree>
    <p:extLst>
      <p:ext uri="{BB962C8B-B14F-4D97-AF65-F5344CB8AC3E}">
        <p14:creationId xmlns:p14="http://schemas.microsoft.com/office/powerpoint/2010/main" val="47276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in management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000" dirty="0"/>
              <a:t>Identify the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Build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Collect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Analyze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Implement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000" dirty="0"/>
              <a:t>Evaluate Outcome</a:t>
            </a:r>
          </a:p>
        </p:txBody>
      </p:sp>
    </p:spTree>
    <p:extLst>
      <p:ext uri="{BB962C8B-B14F-4D97-AF65-F5344CB8AC3E}">
        <p14:creationId xmlns:p14="http://schemas.microsoft.com/office/powerpoint/2010/main" val="163866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Linear Programming- </a:t>
            </a:r>
            <a:r>
              <a:rPr lang="en-US" sz="3000" dirty="0"/>
              <a:t>The best resource use</a:t>
            </a:r>
            <a:endParaRPr lang="en-US" sz="3000" b="1" dirty="0"/>
          </a:p>
          <a:p>
            <a:r>
              <a:rPr lang="en-US" sz="3000" b="1" dirty="0"/>
              <a:t>Queuing Theory- </a:t>
            </a:r>
            <a:r>
              <a:rPr lang="en-US" sz="3000" dirty="0"/>
              <a:t>To manage waiting lines</a:t>
            </a:r>
            <a:endParaRPr lang="en-US" sz="3000" b="1" dirty="0"/>
          </a:p>
          <a:p>
            <a:r>
              <a:rPr lang="en-US" sz="3000" b="1" dirty="0"/>
              <a:t>Simulation- </a:t>
            </a:r>
            <a:r>
              <a:rPr lang="en-US" sz="3000" dirty="0"/>
              <a:t>To test possibilities</a:t>
            </a:r>
            <a:endParaRPr lang="en-US" sz="3000" b="1" dirty="0"/>
          </a:p>
          <a:p>
            <a:r>
              <a:rPr lang="en-US" sz="3000" b="1" dirty="0"/>
              <a:t>Forecasting- </a:t>
            </a:r>
            <a:r>
              <a:rPr lang="en-US" sz="3000" dirty="0"/>
              <a:t>To predict future trends</a:t>
            </a:r>
            <a:endParaRPr lang="en-US" sz="3000" b="1" dirty="0"/>
          </a:p>
          <a:p>
            <a:r>
              <a:rPr lang="en-US" sz="3000" b="1" dirty="0"/>
              <a:t>Decision Theory- </a:t>
            </a:r>
            <a:r>
              <a:rPr lang="en-US" sz="3000" dirty="0"/>
              <a:t>To choose the best option 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277401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(Where it is used)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Inventory Control</a:t>
            </a:r>
          </a:p>
          <a:p>
            <a:r>
              <a:rPr lang="en-US" sz="3000" dirty="0"/>
              <a:t>Production scheduling</a:t>
            </a:r>
          </a:p>
          <a:p>
            <a:r>
              <a:rPr lang="en-US" sz="3000" dirty="0"/>
              <a:t>Transportation and logistics</a:t>
            </a:r>
          </a:p>
          <a:p>
            <a:r>
              <a:rPr lang="en-US" sz="3000" dirty="0"/>
              <a:t>Finance and budgeting</a:t>
            </a:r>
          </a:p>
          <a:p>
            <a:r>
              <a:rPr lang="en-US" sz="3000" dirty="0"/>
              <a:t>Forecasting business trends</a:t>
            </a:r>
          </a:p>
        </p:txBody>
      </p:sp>
    </p:spTree>
    <p:extLst>
      <p:ext uri="{BB962C8B-B14F-4D97-AF65-F5344CB8AC3E}">
        <p14:creationId xmlns:p14="http://schemas.microsoft.com/office/powerpoint/2010/main" val="536716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418254"/>
            <a:ext cx="8946541" cy="4830146"/>
          </a:xfrm>
        </p:spPr>
        <p:txBody>
          <a:bodyPr>
            <a:normAutofit/>
          </a:bodyPr>
          <a:lstStyle/>
          <a:p>
            <a:r>
              <a:rPr lang="en-US" sz="3000" dirty="0"/>
              <a:t>Improves Accuracy</a:t>
            </a:r>
          </a:p>
          <a:p>
            <a:r>
              <a:rPr lang="en-US" sz="3000" dirty="0"/>
              <a:t>Saves time</a:t>
            </a:r>
          </a:p>
          <a:p>
            <a:r>
              <a:rPr lang="en-US" sz="3000" dirty="0"/>
              <a:t>Handles Complex Data</a:t>
            </a:r>
          </a:p>
          <a:p>
            <a:r>
              <a:rPr lang="en-US" sz="3000" dirty="0"/>
              <a:t>Objective decisions</a:t>
            </a:r>
          </a:p>
          <a:p>
            <a:endParaRPr lang="en-US" sz="3000" dirty="0"/>
          </a:p>
          <a:p>
            <a:r>
              <a:rPr lang="en-US" sz="3000" dirty="0"/>
              <a:t>Needs accurate data</a:t>
            </a:r>
          </a:p>
          <a:p>
            <a:r>
              <a:rPr lang="en-US" sz="3000" dirty="0"/>
              <a:t>Ignores human data</a:t>
            </a:r>
          </a:p>
          <a:p>
            <a:r>
              <a:rPr lang="en-US" sz="3000" dirty="0"/>
              <a:t>Expensive and highly technical</a:t>
            </a:r>
          </a:p>
          <a:p>
            <a:endParaRPr lang="en-US" sz="3000" dirty="0"/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26690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and relevancy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Combines science with management</a:t>
            </a:r>
          </a:p>
          <a:p>
            <a:r>
              <a:rPr lang="en-US" sz="3000" dirty="0"/>
              <a:t>Used in AI, analytics, logistics, finance</a:t>
            </a:r>
          </a:p>
          <a:p>
            <a:r>
              <a:rPr lang="en-US" sz="3000" dirty="0"/>
              <a:t>Helps leaders make data-driven choices</a:t>
            </a:r>
          </a:p>
          <a:p>
            <a:r>
              <a:rPr lang="en-US" sz="3000" dirty="0"/>
              <a:t>“Turning intuition into intelligent action”</a:t>
            </a:r>
          </a:p>
        </p:txBody>
      </p:sp>
    </p:spTree>
    <p:extLst>
      <p:ext uri="{BB962C8B-B14F-4D97-AF65-F5344CB8AC3E}">
        <p14:creationId xmlns:p14="http://schemas.microsoft.com/office/powerpoint/2010/main" val="136765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0" y="2377440"/>
            <a:ext cx="12192000" cy="38709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656353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471</TotalTime>
  <Words>242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Century Gothic</vt:lpstr>
      <vt:lpstr>Times New Roman</vt:lpstr>
      <vt:lpstr>Wingdings 3</vt:lpstr>
      <vt:lpstr>Ion</vt:lpstr>
      <vt:lpstr>Management Science       Theory     Principles of Management</vt:lpstr>
      <vt:lpstr>What is Management Science Theory?</vt:lpstr>
      <vt:lpstr>Origin and Development</vt:lpstr>
      <vt:lpstr>Features</vt:lpstr>
      <vt:lpstr>Steps in management Science</vt:lpstr>
      <vt:lpstr>Common Techniques</vt:lpstr>
      <vt:lpstr>Applications (Where it is used)</vt:lpstr>
      <vt:lpstr>Advantages and Limitations</vt:lpstr>
      <vt:lpstr>Conclusion and relevancy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siddhartha Paudel</cp:lastModifiedBy>
  <cp:revision>13</cp:revision>
  <dcterms:created xsi:type="dcterms:W3CDTF">2025-07-23T00:59:00Z</dcterms:created>
  <dcterms:modified xsi:type="dcterms:W3CDTF">2025-11-06T01:01:43Z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